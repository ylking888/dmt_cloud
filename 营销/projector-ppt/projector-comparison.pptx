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02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Comparison ·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Vol.01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家用投影仪 · Projector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三强对决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3F5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坚果 J10S vs 大眼橙 X30 vs 优派 Q30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国产新势力与传统光学大厂的正面碰撞。同价位、不同流派，谁更值得买？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3000–5000 元价位  ·  1080P LED 投影仪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家用投影仪深度对比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2026 —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第一幕 · 硬件底子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 · 01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硬件底子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底大一级压死人。先看芯片、再看亮度，参数是一切体验的起点。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芯片与光源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参数速览 · Specs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 · 03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Specs · 三款核心参数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一眼看穿差异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硬件参数是选购的第一道门槛。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坚果 J10S · DMD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0.47"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主流旗舰标配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76600" y="23774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大眼橙 X30 · 亮度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76600" y="26517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76600" y="33375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ANSI 流明 · 三款最高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04560" y="23774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优派 Q30 · DMD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04560" y="26517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0.65"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04560" y="33375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大底优势 · 画质上限最高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J10S · 音响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Dynaudio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丹拿调音 · 音质最佳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6600" y="42062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X30 · 性价比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76600" y="44805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276600" y="51663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同价位亮度最高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04560" y="42062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Q30 · 对比度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04560" y="4480560"/>
            <a:ext cx="259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04560" y="516636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0.47"芯片的两倍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核心参数速览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 Overview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画质核心 · Chip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 · 04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 · 关键差异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底大一级压死人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0.65" DMD 的通光量远超 0.47"。原生对比度约为两倍，暗部细节更深沉，画面更通透，更有电影感。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" cy="100584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"0.47 寸是主流旗舰的标配，但 0.65 寸才是画质的分水岭。"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DMD 芯片规格对照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0" y="1097280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0A1F3D"/>
          </a:solidFill>
          <a:ln w="12700">
            <a:solidFill>
              <a:srgbClr val="F1F3F5">
                <a:alpha val="60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669280" y="1463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9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0.47" vs 0.65" DMD</a:t>
            </a:r>
            <a:endParaRPr lang="en-US" sz="9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芯片尺寸对比图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1F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0.47" · J10S / X30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22376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1F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0.65" · Q30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画质核心 · 芯片决定上限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5419529-2A74-EF05-A989-5B874EA6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143000"/>
            <a:ext cx="2810256" cy="2085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亮度表现 · Brightness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 · 05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Lumen · 参数狂魔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谁最亮？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亮度决定白天能不能看，但参数高不等于体验好。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坚果 J10S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2400 ANSI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标准旗舰水平，晚上极佳，白天需拉帘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大眼橙 X30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2800 ANSI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标称最高，白天抗光性理论最强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优派 Q30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2400 ANSI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实测较实，4LED 光源更稳定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36576" cy="82296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"大眼橙 X30 一直主打堆料和高亮度，如果你主要在白天不拉窗帘看，它的亮度优势会比较明显。"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亮度实测结论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亮度对比 · ANSI 流明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Brightness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第二幕 · 画质与色彩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 · 06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画质色彩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徕卡 vs 优派老厂 vs 高亮冷艳，三条色彩路线各有拥趸。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色彩科学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色彩科学 · Color Science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 · 07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· 三条色彩路线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三种调色哲学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" cy="320040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J10S · 徕卡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徕卡联合调色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色准 ΔE&lt;1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肤色自然，讨好眼球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国产投影第一梯队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"徕卡标准模式"即开即用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36576" cy="320040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X30 · 高亮冷艳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O-RDR 2.0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偏冷艳风格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高亮度下饱和度保持好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对比前两者稍显逊色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色彩中规中矩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36576" cy="320040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Q30 · 影院厚重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Cinema SuperColor+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125% Rec.709 色域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传统影院厚重感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无"数码味"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开箱需微调至最佳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色彩科学三方对比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Science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徕卡色彩 · Leica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 · 08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· 亮点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徕卡色彩认证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坚果 J10S 是三款中唯一获得徕卡联合调色的机型。在"徕卡标准模式"下，色准达到 ΔE&lt;1，这是专业显示器才有的指标。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它的色彩调校偏向还原和讨好眼球，肤色处理比较自然。如果你不想折腾参数，开箱即用的徕卡模式是最省心的选择。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6576" cy="7315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"徕卡标准模式，国产投影色准第一梯队。"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色彩科学评价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0A1F3D"/>
          </a:solidFill>
          <a:ln w="12700">
            <a:solidFill>
              <a:srgbClr val="F1F3F5">
                <a:alpha val="60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35040" y="18288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9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坚果 J10S</a:t>
            </a:r>
            <a:endParaRPr lang="en-US" sz="9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900" dirty="0">
                <a:solidFill>
                  <a:srgbClr val="F1F3F5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徕卡色彩模式实拍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徕卡联合调色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Color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留给你的问题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画质好，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系统难用，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你忍得了吗？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优派 Q30 画质上限最高，但智能系统可能让你回到 2015 年。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智能体验之问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智能系统 · Smart 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 · 10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· 易用性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国产 vs 传统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坚果 Bonfire OS 交互体验行业数一数二；大眼橙内置腾讯视频源，开箱即看；优派的系统……建议搭配 Apple TV。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576" cy="7315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"买优派通常建议搭配一个 Apple TV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或高质量电视盒子使用。"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传统大厂智能系统现状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0" y="1097280"/>
            <a:ext cx="292608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坚果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自动梯形校正 / 自动对屏 / 避障 / 语音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1234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8D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69280" y="2377440"/>
            <a:ext cx="292608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大眼橙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自动校正 / 腾讯视频源 / 语音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2514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8D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69280" y="3657600"/>
            <a:ext cx="292608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系统简陋 / 反应慢 / UI 陈旧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8D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BOX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智能体验对比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OS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第三幕 · 游戏与选购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 · 11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选购指南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游戏性能、扩展机型、最终结论——你该买哪台？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游戏与选购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游戏性能 · Gaming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 · 12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Gaming · 游戏性能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三款游戏能力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0"/>
          </a:xfrm>
          <a:prstGeom prst="line">
            <a:avLst/>
          </a:prstGeom>
          <a:noFill/>
          <a:ln w="6350">
            <a:solidFill>
              <a:srgbClr val="0A1F3D">
                <a:alpha val="35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坚果 J10S · 主机玩家首选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HDMI 2.1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4K@120Hz 输入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743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Wi-Fi 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低延迟无线串流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743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PS5 / Xbox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次世代主机完美适配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6350">
            <a:solidFill>
              <a:srgbClr val="0A1F3D">
                <a:alpha val="35000"/>
              </a:srgbClr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优派 Q30 · PC 硬核玩家首选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72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240Hz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1080P 超高刷新率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44348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572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5120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超低延迟响应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4434840"/>
            <a:ext cx="2560320" cy="0"/>
          </a:xfrm>
          <a:prstGeom prst="line">
            <a:avLst/>
          </a:prstGeom>
          <a:noFill/>
          <a:ln w="6350">
            <a:solidFill>
              <a:srgbClr val="0A1F3D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4572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PC Gaming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5120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电竞级体验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游戏性能对比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Gaming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选购建议 · Purchase Guide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 · 13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Buy · 谁该买什么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三款三种人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0"/>
          </a:xfrm>
          <a:prstGeom prst="line">
            <a:avLst/>
          </a:prstGeom>
          <a:noFill/>
          <a:ln w="1905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坚果 J10S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好用 · 省心 · 色彩准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追求综合体验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颜值控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PS5 / Xbox 主机玩家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不想折腾的人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60320" cy="0"/>
          </a:xfrm>
          <a:prstGeom prst="line">
            <a:avLst/>
          </a:prstGeom>
          <a:noFill/>
          <a:ln w="19050">
            <a:solidFill>
              <a:srgbClr val="0A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057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大眼橙 X30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便宜 · 大碗 · 亮度高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预算相对敏感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特别看重亮度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环境光较复杂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对色彩细腻度要求不苛刻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0"/>
          </a:xfrm>
          <a:prstGeom prst="line">
            <a:avLst/>
          </a:prstGeom>
          <a:noFill/>
          <a:ln w="19050">
            <a:solidFill>
              <a:srgbClr val="0A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057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优派 Q30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原生画质 · 高对比 · 硬核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9260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影音发烧友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追求极致对比度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能接受外接电视盒子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0A1F3D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PC 高刷游戏玩家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三款三种人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Guide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扩展机型 · Alternatives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III · 14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Also Consider · 值得一看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同价位扩展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同价位 3000–5000 元区间，还有几款不容忽视的 4LED 机型。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02920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明基 TH690SX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450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短焦王 · 0.69 投射比 · 1.5 米投 100 寸 · 小户型唯一解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36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明基 W1130X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136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CinematicColor · 出厂色准极高 · 镜头位移 · 画质守门员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22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极米 H5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822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Super 全色 LED · 无散斑 · 观看舒适度最高 · 退烧之选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0" cy="0"/>
          </a:xfrm>
          <a:prstGeom prst="line">
            <a:avLst/>
          </a:prstGeom>
          <a:noFill/>
          <a:ln w="6350">
            <a:solidFill>
              <a:srgbClr val="F1F3F5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07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极米 H6 4K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4507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4K 分辨率 · 光学变焦 · 降维打击 1080P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914400"/>
            <a:ext cx="36576" cy="274320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4LED vs 三色激光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1280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4LED 优势：画面纯净、无散斑、无彩边，看着不累眼。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1F3F5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激光优势：亮度更高、色域更广，但部分人眼会看到散斑。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同价位扩展机型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 · Takeaway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F3D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 · 一句话总结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好用、省心、色彩准——选坚果。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便宜、大碗、亮度高——选大眼橙。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F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原生画质、高对比度、硬核——选优派。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Projector Comparison 2026  ·  三强对决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核心结论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A1F3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Comparison ·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74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/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· 购买前必看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3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选你所爱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F3F5">
                    <a:alpha val="7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参数是参考，眼睛才是裁判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1F3F5">
                    <a:alpha val="85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建议到线下门店实机对比。亮度、色彩、系统流畅度，纸面参数无法替代亲眼所见。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3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坚果 J10S  ·  大眼橙 X30  ·  优派 Q30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家用投影仪深度对比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0" y="6217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1F3F5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2026 —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</Words>
  <Application>Microsoft Office PowerPoint</Application>
  <PresentationFormat>全屏显示(16:9)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家用投影仪深度对比 · J10S vs X30 vs Q30</dc:title>
  <dc:subject>PptxGenJS Presentation</dc:subject>
  <dc:creator>Auto Generated</dc:creator>
  <cp:lastModifiedBy>17579646@qq.com</cp:lastModifiedBy>
  <cp:revision>2</cp:revision>
  <dcterms:created xsi:type="dcterms:W3CDTF">2026-04-28T09:09:12Z</dcterms:created>
  <dcterms:modified xsi:type="dcterms:W3CDTF">2026-04-28T09:13:59Z</dcterms:modified>
</cp:coreProperties>
</file>